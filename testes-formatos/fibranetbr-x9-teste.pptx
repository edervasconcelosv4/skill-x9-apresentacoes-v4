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-1188720"/>
            <a:ext cx="4206240" cy="4206240"/>
          </a:xfrm>
          <a:prstGeom prst="arc">
            <a:avLst/>
          </a:prstGeom>
          <a:solidFill>
            <a:srgbClr val="FF3333">
              <a:alpha val="8000"/>
            </a:srgbClr>
          </a:solidFill>
          <a:ln w="12700">
            <a:solidFill>
              <a:srgbClr val="FF3333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FIBRANETBR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8778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 ESTRATÉGICO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66928" y="318211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Transformar a estratégia em plano executável de aquisição, engajamento, monetização e retenção.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6144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 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0" y="6144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V4 Company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-1188720"/>
            <a:ext cx="4206240" cy="4206240"/>
          </a:xfrm>
          <a:prstGeom prst="arc">
            <a:avLst/>
          </a:prstGeom>
          <a:solidFill>
            <a:srgbClr val="FF3333">
              <a:alpha val="8000"/>
            </a:srgbClr>
          </a:solidFill>
          <a:ln w="12700">
            <a:solidFill>
              <a:srgbClr val="FF3333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 CONTEXTO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Momento atual: diagnóstico executivo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operação tem força para crescer, mas o motor digital ainda não acompanha o potencial físico.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5321808" cy="3886200"/>
          </a:xfrm>
          <a:prstGeom prst="roundRect">
            <a:avLst>
              <a:gd name="adj" fmla="val 1882"/>
            </a:avLst>
          </a:prstGeom>
          <a:solidFill>
            <a:srgbClr val="151515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48840"/>
            <a:ext cx="5321808" cy="54864"/>
          </a:xfrm>
          <a:prstGeom prst="rect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37744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fortes da operação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5528" y="2971800"/>
            <a:ext cx="82296" cy="82296"/>
          </a:xfrm>
          <a:prstGeom prst="ellipse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98648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com cerca de 7.000 clientes ativos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795528" y="3502152"/>
            <a:ext cx="82296" cy="82296"/>
          </a:xfrm>
          <a:prstGeom prst="ellipse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29000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estimado em aproximadamente 1%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795528" y="4032504"/>
            <a:ext cx="82296" cy="82296"/>
          </a:xfrm>
          <a:prstGeom prst="ellipse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5935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Forte reputação local e nota 4,8 no Google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6291072" y="2148840"/>
            <a:ext cx="5321808" cy="3886200"/>
          </a:xfrm>
          <a:prstGeom prst="roundRect">
            <a:avLst>
              <a:gd name="adj" fmla="val 1882"/>
            </a:avLst>
          </a:prstGeom>
          <a:solidFill>
            <a:srgbClr val="151515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148840"/>
            <a:ext cx="5321808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37744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Gargalos do crescimento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519672" y="2971800"/>
            <a:ext cx="82296" cy="82296"/>
          </a:xfrm>
          <a:prstGeom prst="ellipse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4264" y="2898648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abaixo do potencial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6519672" y="3502152"/>
            <a:ext cx="82296" cy="82296"/>
          </a:xfrm>
          <a:prstGeom prst="ellipse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3429000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Comercial não setorizado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6519672" y="4032504"/>
            <a:ext cx="82296" cy="82296"/>
          </a:xfrm>
          <a:prstGeom prst="ellipse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4264" y="395935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pouco estruturado e crescimento reativo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-1188720"/>
            <a:ext cx="4206240" cy="4206240"/>
          </a:xfrm>
          <a:prstGeom prst="arc">
            <a:avLst/>
          </a:prstGeom>
          <a:solidFill>
            <a:srgbClr val="FF3333">
              <a:alpha val="8000"/>
            </a:srgbClr>
          </a:solidFill>
          <a:ln w="12700">
            <a:solidFill>
              <a:srgbClr val="FF3333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VALIDADOS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7315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validados: base e operação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Panorama de infraestrutura e viabilidade comercial.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2613584" cy="3246120"/>
          </a:xfrm>
          <a:prstGeom prst="roundRect">
            <a:avLst>
              <a:gd name="adj" fmla="val 2799"/>
            </a:avLst>
          </a:prstGeom>
          <a:solidFill>
            <a:srgbClr val="151515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331720"/>
            <a:ext cx="2613584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852928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7.000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68096" y="370332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ativos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224528"/>
            <a:ext cx="210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relevante para expansão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1680" y="2331720"/>
            <a:ext cx="2613584" cy="3246120"/>
          </a:xfrm>
          <a:prstGeom prst="roundRect">
            <a:avLst>
              <a:gd name="adj" fmla="val 2799"/>
            </a:avLst>
          </a:prstGeom>
          <a:solidFill>
            <a:srgbClr val="151515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1680" y="2331720"/>
            <a:ext cx="2613584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2848" y="2852928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582848" y="370332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estimado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37712" y="4224528"/>
            <a:ext cx="210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Retenção excepcional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6432" y="2331720"/>
            <a:ext cx="2613584" cy="3246120"/>
          </a:xfrm>
          <a:prstGeom prst="roundRect">
            <a:avLst>
              <a:gd name="adj" fmla="val 2799"/>
            </a:avLst>
          </a:prstGeom>
          <a:solidFill>
            <a:srgbClr val="151515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6432" y="2331720"/>
            <a:ext cx="2613584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7600" y="2852928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dias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397600" y="370332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ativação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52464" y="4224528"/>
            <a:ext cx="210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Diferencial competitivo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11183" y="2331720"/>
            <a:ext cx="2613584" cy="3246120"/>
          </a:xfrm>
          <a:prstGeom prst="roundRect">
            <a:avLst>
              <a:gd name="adj" fmla="val 2799"/>
            </a:avLst>
          </a:prstGeom>
          <a:solidFill>
            <a:srgbClr val="151515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1183" y="2331720"/>
            <a:ext cx="2613584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2351" y="2852928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2018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212351" y="370332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maturidade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67215" y="4224528"/>
            <a:ext cx="210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Presença consolidada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-1188720"/>
            <a:ext cx="4206240" cy="4206240"/>
          </a:xfrm>
          <a:prstGeom prst="arc">
            <a:avLst/>
          </a:prstGeom>
          <a:solidFill>
            <a:srgbClr val="FF3333">
              <a:alpha val="8000"/>
            </a:srgbClr>
          </a:solidFill>
          <a:ln w="12700">
            <a:solidFill>
              <a:srgbClr val="FF3333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5740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FibranetBR não vende internet.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1828800" y="3246120"/>
            <a:ext cx="8549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cliente compra estabilidade, rapidez e confiança.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063240" y="4224528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Tese estratégica da Semana 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V4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FibranetBR - Planejamento Estratégico</dc:title>
  <dc:subject>Teste de formatos X9</dc:subject>
  <dc:creator>x9-2-0-14ev</dc:creator>
  <cp:lastModifiedBy>x9-2-0-14ev</cp:lastModifiedBy>
  <cp:revision>1</cp:revision>
  <dcterms:created xsi:type="dcterms:W3CDTF">2026-05-14T20:21:15Z</dcterms:created>
  <dcterms:modified xsi:type="dcterms:W3CDTF">2026-05-14T20:21:15Z</dcterms:modified>
</cp:coreProperties>
</file>