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intencionalmente mais simples: menos cinemática, mais executiva.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decisão: deixa claro o papel estratégico de cada faixa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visual para explicar por que a proporção muda pouco, mas a capacidade operacional muda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operação: mostra que a distribuição de mídia precisa se conectar com funil e medição.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914400"/>
            <a:ext cx="1554480" cy="2743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097280"/>
            <a:ext cx="5029200" cy="3383280"/>
          </a:xfrm>
          <a:prstGeom prst="ellipse">
            <a:avLst/>
          </a:prstGeom>
          <a:solidFill>
            <a:srgbClr val="00D6B4">
              <a:alpha val="1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97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MÍDIA PAGA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50876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investimento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566928" y="318211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cenários para distribuir verba entre Meta Ads e Google Ads, comparando o que muda quando o cliente sai de R$ 3k para R$ 6k.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144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Teste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0" y="6144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X9 2.0 | Media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DE MÍDIA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cenários, duas velocidades de aprendizado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investimento de R$ 3k valida direção. O de R$ 6k permite testar mais criativos, acelerar aprendizado e proteger captura de demanda.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122C28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66544"/>
            <a:ext cx="544068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 conservador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493008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R$ 3.000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 de validação: poucas frentes, controle maior e leitura mais lenta.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22960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783080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R$ 1.800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 - descoberta e remarketing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346704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306824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93008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- captura de demanda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841248" y="4526280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 público frio no Meta com criativos de dor e prova.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41248" y="4837176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fica concentrado em termos de maior intenção.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41248" y="5148072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 opção quando ainda não há histórico forte de conversão.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72200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10433B"/>
          </a:solidFill>
          <a:ln w="12700">
            <a:solidFill>
              <a:srgbClr val="2958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066544"/>
            <a:ext cx="5440680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 recomendado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098280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R$ 6.000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428232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 de tração: mais testes simultâneos e leitura melhor por canal.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28232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88352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R$ 3.300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4536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55% - escala criativa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8951976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51976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12096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R$ 2.700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9828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 - demanda ativa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6446520" y="4526280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separar aquisição, prova social e remarketing.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6446520" y="4837176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ganha fôlego para search + termos concorrenciais.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446520" y="5148072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chance de identificar vencedor sem esperar muitas semanas.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66928" y="5715000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5843016"/>
            <a:ext cx="10655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Minha recomendação: se o objetivo for aprender com segurança, R$ 3k resolve; se o objetivo for gerar volume e leitura semanal, R$ 6k é o mínimo mais saudável.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 META + GOOGLE ADS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 de canal por cenário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divisão não é só matemática. Meta sustenta descoberta e recorrência; Google captura quem já está procurando solução.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48256"/>
            <a:ext cx="5440680" cy="3886200"/>
          </a:xfrm>
          <a:prstGeom prst="roundRect">
            <a:avLst>
              <a:gd name="adj" fmla="val 2353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R$ 3k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493008" y="22860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950208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R$ 1.800 | 60%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41248" y="316382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3163824"/>
            <a:ext cx="2880360" cy="164592"/>
          </a:xfrm>
          <a:prstGeom prst="roundRect">
            <a:avLst>
              <a:gd name="adj" fmla="val 38889"/>
            </a:avLst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4564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campanhas: aquisição + remarketing leve.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41248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950208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 | 40%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1248" y="412394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123944"/>
            <a:ext cx="1920240" cy="164592"/>
          </a:xfrm>
          <a:prstGeom prst="roundRect">
            <a:avLst>
              <a:gd name="adj" fmla="val 38889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4165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campanha search com palavras de alta intenção.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41248" y="518464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285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principal: descobrir se a oferta gera conversa qualificada sem abrir muitas variáveis.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048256"/>
            <a:ext cx="5440680" cy="3886200"/>
          </a:xfrm>
          <a:prstGeom prst="roundRect">
            <a:avLst>
              <a:gd name="adj" fmla="val 2353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R$ 6k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098280" y="22860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Tração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555480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R$ 3.300 | 55%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446520" y="316382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3163824"/>
            <a:ext cx="2640330" cy="164592"/>
          </a:xfrm>
          <a:prstGeom prst="roundRect">
            <a:avLst>
              <a:gd name="adj" fmla="val 38889"/>
            </a:avLst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4564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frentes: criativo, prova social e remarketing.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446520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555480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R$ 2.700 | 45%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446520" y="412394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123944"/>
            <a:ext cx="2160270" cy="164592"/>
          </a:xfrm>
          <a:prstGeom prst="roundRect">
            <a:avLst>
              <a:gd name="adj" fmla="val 38889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4165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principal + extensões por serviço/região.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46520" y="518464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5285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principal: comparar ângulos criativos e capturar demanda sem sufocar o aprendizado.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POR FUNIL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eu operaria os canais na prática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verba precisa ser lida como sistema: Meta gera contexto, Google captura intenção, remarketing reduz perda e o WhatsApp/LP converte.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523744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16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21868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Descoberta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49808" y="3822192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Anúncios de dor, oportunidade e antes/depois para criar interesse em público frio.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49808" y="4937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892808" y="4928616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CTR, CPM, engajamento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367964" y="2267712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302B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7964" y="2267712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0844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50844" y="2962656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Intenção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3550844" y="3566160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para capturar quem já procura solução, serviço, marca ou comparação.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550844" y="4681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4693844" y="4672584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CPC, taxa de conversão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169000" y="2267712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302B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9000" y="2267712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188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1880" y="2962656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6351880" y="3566160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Criativos com caso, oferta, objeções e argumentos para quem demonstrou interesse.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351880" y="4681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+ Google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7494880" y="4672584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CPL, qualidade do lead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970035" y="2523744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70035" y="2523744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2915" y="2816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52915" y="321868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Conversão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9152915" y="3822192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Direcionamento para WhatsApp ou landing page com CTA claro e rastreio simples.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152915" y="4937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LP / WhatsApp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10295915" y="4928616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válido, venda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12342E"/>
          </a:solidFill>
          <a:ln w="12700">
            <a:solidFill>
              <a:srgbClr val="275D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5797296"/>
            <a:ext cx="106189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for rodar R$ 6k, eu separaria os testes por etapa do funil desde o primeiro dia; em R$ 3k, eu manteria o sistema mais enxuto.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Cliente Teste - Distribuição de Mídia - Meta + Google Ads</dc:title>
  <dc:subject>Teste de formatos X9</dc:subject>
  <dc:creator>x9-2-0-14ev</dc:creator>
  <cp:lastModifiedBy>x9-2-0-14ev</cp:lastModifiedBy>
  <cp:revision>1</cp:revision>
  <dcterms:created xsi:type="dcterms:W3CDTF">2026-05-15T15:51:15Z</dcterms:created>
  <dcterms:modified xsi:type="dcterms:W3CDTF">2026-05-15T15:51:15Z</dcterms:modified>
</cp:coreProperties>
</file>